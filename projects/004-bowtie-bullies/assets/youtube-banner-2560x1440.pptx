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0"/>
            <a:ext cx="24384000" cy="3657600"/>
          </a:xfrm>
          <a:prstGeom prst="rect">
            <a:avLst/>
          </a:prstGeom>
          <a:solidFill>
            <a:srgbClr val="3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4000" cy="3200400"/>
          </a:xfrm>
          <a:prstGeom prst="rect">
            <a:avLst/>
          </a:prstGeom>
          <a:solidFill>
            <a:srgbClr val="3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24384000" cy="1828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24384000" cy="1828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24384000" cy="1828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24384000" cy="1828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7315200"/>
            <a:ext cx="24384000" cy="1828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8686800"/>
            <a:ext cx="24384000" cy="1828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0058400"/>
            <a:ext cx="24384000" cy="1828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1430000"/>
            <a:ext cx="24384000" cy="1828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657600"/>
            <a:ext cx="9144000" cy="6400800"/>
          </a:xfrm>
          <a:prstGeom prst="rect">
            <a:avLst/>
          </a:prstGeom>
          <a:solidFill>
            <a:srgbClr val="2C2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4632" y="5300662"/>
            <a:ext cx="73152" cy="2926080"/>
          </a:xfrm>
          <a:prstGeom prst="rect">
            <a:avLst/>
          </a:prstGeom>
          <a:solidFill>
            <a:srgbClr val="9A4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312" y="8598217"/>
            <a:ext cx="11763375" cy="36576"/>
          </a:xfrm>
          <a:prstGeom prst="rect">
            <a:avLst/>
          </a:prstGeom>
          <a:solidFill>
            <a:srgbClr val="9A4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yroneStaring_into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9680" y="2286000"/>
            <a:ext cx="16383000" cy="914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41832" y="5574982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E7E7E1"/>
                </a:solidFill>
                <a:latin typeface="Anton"/>
              </a:defRPr>
            </a:pPr>
            <a:r>
              <a:t>BOWTIE BULLIES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1832" y="7403782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>
                <a:solidFill>
                  <a:srgbClr val="9A4C22"/>
                </a:solidFill>
                <a:latin typeface="Space Mono"/>
              </a:defRPr>
            </a:pPr>
            <a:r>
              <a:t>— THE AFTERMATH</a:t>
            </a:r>
          </a:p>
          <a:p>
            <a:pPr algn="l">
              <a:defRPr sz="1800">
                <a:solidFill>
                  <a:srgbClr val="7E6551"/>
                </a:solidFill>
                <a:latin typeface="Space Mono"/>
              </a:defRPr>
            </a:pPr>
            <a:r>
              <a:t>We're already in the aftermath. Pay attention.</a:t>
            </a:r>
          </a:p>
        </p:txBody>
      </p:sp>
      <p:sp>
        <p:nvSpPr>
          <p:cNvPr id="18" name="Chevron 17"/>
          <p:cNvSpPr/>
          <p:nvPr/>
        </p:nvSpPr>
        <p:spPr>
          <a:xfrm>
            <a:off x="6767512" y="7592377"/>
            <a:ext cx="731520" cy="365760"/>
          </a:xfrm>
          <a:prstGeom prst="chevron">
            <a:avLst/>
          </a:prstGeom>
          <a:solidFill>
            <a:srgbClr val="1E1E20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29175" y="4843462"/>
            <a:ext cx="14725650" cy="4029075"/>
          </a:xfrm>
          <a:prstGeom prst="rect">
            <a:avLst/>
          </a:prstGeom>
          <a:noFill/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0312" y="5248275"/>
            <a:ext cx="11763375" cy="3219450"/>
          </a:xfrm>
          <a:prstGeom prst="rect">
            <a:avLst/>
          </a:prstGeom>
          <a:noFill/>
          <a:ln w="6350">
            <a:solidFill>
              <a:srgbClr val="9A4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